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tanda.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that feels familiar.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Research-aligned Phase 1 investor narrative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 • Working draft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FDIC survey: 4.2% of U.S. households unbanked; 14.2% underbanked.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market context, NOT TANDA customer demand or TAM.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fdic.gov/household-survey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customer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banking language and uneven Spanish-language experiences.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Hard-to-navigate fraud recovery and family assistance.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validate each hypothesis through interviews and tests.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TANDA proposition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full-featured, accessible banking experience with bold Mexican/Latino cultural expression.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all generations and backgrounds; English and Spanish before signup.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public-release commitment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Checking + savings, ACH/direct deposit, debit, ATMs, savings tools, transfers.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Assist, Shield, Trusted Helper, Family, Rewards and TANDA+.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Spot and savings-backed overdraft subject to partner/legal approval.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language → open account → fund → spend/save → get guidance → resolve problems.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 iOS, Android, web; 24/7 live chat and business-hours phone planned.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may win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bilingual guidance + transparent scam defense.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Permission-based family assistance.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Expressive cultural brand, calm financial interfaces.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differentiation must be tested, not assumed.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 hypotheses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 interchange net of partner costs.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TANDA+ at $7.99/mo (qualifying DD waiver).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Partner-funded rewards and other contractually supported revenues.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economics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$3.49 revenue per active account/month (draft).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$7.05 variable cost per active account/month (draft).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−$3.56 contribution BEFORE $305k/month fixed cost.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assumptions are not economically sustainable.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Chime, SoFi, Varo, Current, Cash App and CA/TX banks/credit unions.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actual fees, Spanish journeys, ATM/cash access, support and fraud.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competitors lack features without dated verification.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and regulatory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is a nonbank fintech, not an FDIC-insured bank.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Deposits would be at an approved sponsor bank, subject to conditions.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bank, processor, network and regulatory path remain open.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California and Texas.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Multigenerational bilingual pilot; community merchant partnerships.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funded-account CAC, activation, retention and losses.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Partner/legal feasibility → alpha → approved CA/TX beta → complete launch.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launch date until all committed features clear gates.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needed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research, bank/processor quotes, ATM access, net interchange, APY, fraud losses, rewards economics, headcount and runway.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invented traction, partner names or fundraising amount.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F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Funding ask — TBD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raise size from detailed 36–60 month model, partner requirements, downside runway and milestone buffer.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 remains preliminary until economics and compliance are validated.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TANDA  /  PHASE 1  /  RESEARCH-ALIGNED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Research-aligned investor working deck</dc:subject>
  <dc:creator>TANDA concept</dc:creator>
  <cp:lastModifiedBy>TANDA concept</cp:lastModifiedBy>
  <cp:revision>1</cp:revision>
  <dcterms:created xsi:type="dcterms:W3CDTF">2026-10-17T05:10:38Z</dcterms:created>
  <dcterms:modified xsi:type="dcterms:W3CDTF">2026-10-17T05:10:38Z</dcterms:modified>
</cp:coreProperties>
</file>